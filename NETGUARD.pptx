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2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0A57F4-FBD3-4CC7-84C2-7151895D349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7F346F85-870A-421E-B684-C73F138E45E6}">
      <dgm:prSet phldrT="[Văn bản]"/>
      <dgm:spPr/>
      <dgm:t>
        <a:bodyPr/>
        <a:lstStyle/>
        <a:p>
          <a:r>
            <a:rPr lang="vi-VN" dirty="0"/>
            <a:t>PHÒNG NGỪA</a:t>
          </a:r>
        </a:p>
      </dgm:t>
    </dgm:pt>
    <dgm:pt modelId="{860EB8B0-FF13-4E88-933D-9C2102C26AE2}" type="parTrans" cxnId="{DE134F20-0AFE-45DC-A04D-F2B6571549A9}">
      <dgm:prSet/>
      <dgm:spPr/>
      <dgm:t>
        <a:bodyPr/>
        <a:lstStyle/>
        <a:p>
          <a:endParaRPr lang="vi-VN"/>
        </a:p>
      </dgm:t>
    </dgm:pt>
    <dgm:pt modelId="{A3DA7AC2-A6E4-4A83-A21B-89A915D1434D}" type="sibTrans" cxnId="{DE134F20-0AFE-45DC-A04D-F2B6571549A9}">
      <dgm:prSet/>
      <dgm:spPr/>
      <dgm:t>
        <a:bodyPr/>
        <a:lstStyle/>
        <a:p>
          <a:endParaRPr lang="vi-VN"/>
        </a:p>
      </dgm:t>
    </dgm:pt>
    <dgm:pt modelId="{B438CFFC-772C-499F-B1DD-8556DBCADABB}">
      <dgm:prSet phldrT="[Văn bản]" custT="1"/>
      <dgm:spPr/>
      <dgm:t>
        <a:bodyPr/>
        <a:lstStyle/>
        <a:p>
          <a:r>
            <a:rPr lang="vi-VN" sz="2000" dirty="0"/>
            <a:t>Cập nhật phần mềm * MFA * Đào tạo người dùng</a:t>
          </a:r>
        </a:p>
      </dgm:t>
    </dgm:pt>
    <dgm:pt modelId="{62D26A4D-8006-469B-B048-5D60D9251C77}" type="parTrans" cxnId="{32261065-AA8A-4E00-9EA1-816E4F901949}">
      <dgm:prSet/>
      <dgm:spPr/>
      <dgm:t>
        <a:bodyPr/>
        <a:lstStyle/>
        <a:p>
          <a:endParaRPr lang="vi-VN"/>
        </a:p>
      </dgm:t>
    </dgm:pt>
    <dgm:pt modelId="{BCDBCE7D-3F17-4B9B-B64D-BCBF531022F8}" type="sibTrans" cxnId="{32261065-AA8A-4E00-9EA1-816E4F901949}">
      <dgm:prSet/>
      <dgm:spPr/>
      <dgm:t>
        <a:bodyPr/>
        <a:lstStyle/>
        <a:p>
          <a:endParaRPr lang="vi-VN"/>
        </a:p>
      </dgm:t>
    </dgm:pt>
    <dgm:pt modelId="{C483B1A6-C397-4F1F-8F81-8C3FDA72E897}">
      <dgm:prSet phldrT="[Văn bản]"/>
      <dgm:spPr/>
      <dgm:t>
        <a:bodyPr/>
        <a:lstStyle/>
        <a:p>
          <a:r>
            <a:rPr lang="vi-VN" dirty="0"/>
            <a:t>PHÁT HIỆN</a:t>
          </a:r>
        </a:p>
      </dgm:t>
    </dgm:pt>
    <dgm:pt modelId="{C984C3E4-4870-4542-B2FA-BA5FC9043DE8}" type="parTrans" cxnId="{82851BA1-3357-4021-8D5D-1AD22D442408}">
      <dgm:prSet/>
      <dgm:spPr/>
      <dgm:t>
        <a:bodyPr/>
        <a:lstStyle/>
        <a:p>
          <a:endParaRPr lang="vi-VN"/>
        </a:p>
      </dgm:t>
    </dgm:pt>
    <dgm:pt modelId="{B25459CD-52BD-483E-A955-C9E6DCBC0B1B}" type="sibTrans" cxnId="{82851BA1-3357-4021-8D5D-1AD22D442408}">
      <dgm:prSet/>
      <dgm:spPr/>
      <dgm:t>
        <a:bodyPr/>
        <a:lstStyle/>
        <a:p>
          <a:endParaRPr lang="vi-VN"/>
        </a:p>
      </dgm:t>
    </dgm:pt>
    <dgm:pt modelId="{26819587-E7B3-4585-8AE4-81C48F66162E}">
      <dgm:prSet phldrT="[Văn bản]" custT="1"/>
      <dgm:spPr/>
      <dgm:t>
        <a:bodyPr/>
        <a:lstStyle/>
        <a:p>
          <a:r>
            <a:rPr lang="vi-VN" sz="2000" dirty="0"/>
            <a:t>Giám sát nhật ký * Cảnh báo* Phát hiện mã độc</a:t>
          </a:r>
        </a:p>
      </dgm:t>
    </dgm:pt>
    <dgm:pt modelId="{770461F0-DA99-4BEE-A847-D98ADC47673D}" type="parTrans" cxnId="{5250FBAD-60C8-4371-BB78-77F2436C1F03}">
      <dgm:prSet/>
      <dgm:spPr/>
      <dgm:t>
        <a:bodyPr/>
        <a:lstStyle/>
        <a:p>
          <a:endParaRPr lang="vi-VN"/>
        </a:p>
      </dgm:t>
    </dgm:pt>
    <dgm:pt modelId="{3ABD489E-3E49-4655-AA59-0394D5477622}" type="sibTrans" cxnId="{5250FBAD-60C8-4371-BB78-77F2436C1F03}">
      <dgm:prSet/>
      <dgm:spPr/>
      <dgm:t>
        <a:bodyPr/>
        <a:lstStyle/>
        <a:p>
          <a:endParaRPr lang="vi-VN"/>
        </a:p>
      </dgm:t>
    </dgm:pt>
    <dgm:pt modelId="{D8FF2539-866D-4025-AE71-027407423241}">
      <dgm:prSet phldrT="[Văn bản]"/>
      <dgm:spPr/>
      <dgm:t>
        <a:bodyPr/>
        <a:lstStyle/>
        <a:p>
          <a:r>
            <a:rPr lang="vi-VN" dirty="0"/>
            <a:t>ỨNG PHÓ &amp; PHỤC HỒI</a:t>
          </a:r>
        </a:p>
      </dgm:t>
    </dgm:pt>
    <dgm:pt modelId="{8A42C13D-F1F9-4810-9D6C-67FB9D430C23}" type="parTrans" cxnId="{85D59004-6E5C-4AF5-8B17-C849BA0FE023}">
      <dgm:prSet/>
      <dgm:spPr/>
      <dgm:t>
        <a:bodyPr/>
        <a:lstStyle/>
        <a:p>
          <a:endParaRPr lang="vi-VN"/>
        </a:p>
      </dgm:t>
    </dgm:pt>
    <dgm:pt modelId="{5E2BD202-4C61-4059-84FC-06EA7146D4DD}" type="sibTrans" cxnId="{85D59004-6E5C-4AF5-8B17-C849BA0FE023}">
      <dgm:prSet/>
      <dgm:spPr/>
      <dgm:t>
        <a:bodyPr/>
        <a:lstStyle/>
        <a:p>
          <a:endParaRPr lang="vi-VN"/>
        </a:p>
      </dgm:t>
    </dgm:pt>
    <dgm:pt modelId="{91BEC0E2-201A-4F95-ADCC-7AA713D10E84}">
      <dgm:prSet phldrT="[Văn bản]" custT="1"/>
      <dgm:spPr/>
      <dgm:t>
        <a:bodyPr/>
        <a:lstStyle/>
        <a:p>
          <a:r>
            <a:rPr lang="vi-VN" sz="2000" dirty="0"/>
            <a:t>Cô lập thiết bị * Loại bỏ mã độc * Khôi phục dữ liệu</a:t>
          </a:r>
        </a:p>
      </dgm:t>
    </dgm:pt>
    <dgm:pt modelId="{6B836FF1-2437-4CAF-990C-68DD3A61636F}" type="parTrans" cxnId="{FF215F6D-CC03-4EFF-B330-7B3B8C1EB97F}">
      <dgm:prSet/>
      <dgm:spPr/>
      <dgm:t>
        <a:bodyPr/>
        <a:lstStyle/>
        <a:p>
          <a:endParaRPr lang="vi-VN"/>
        </a:p>
      </dgm:t>
    </dgm:pt>
    <dgm:pt modelId="{E06338B4-22B3-4270-BB9C-9D8A543C993A}" type="sibTrans" cxnId="{FF215F6D-CC03-4EFF-B330-7B3B8C1EB97F}">
      <dgm:prSet/>
      <dgm:spPr/>
      <dgm:t>
        <a:bodyPr/>
        <a:lstStyle/>
        <a:p>
          <a:endParaRPr lang="vi-VN"/>
        </a:p>
      </dgm:t>
    </dgm:pt>
    <dgm:pt modelId="{B825EC27-569C-48E5-B976-5C266D2ECABF}" type="pres">
      <dgm:prSet presAssocID="{E40A57F4-FBD3-4CC7-84C2-7151895D3494}" presName="linearFlow" presStyleCnt="0">
        <dgm:presLayoutVars>
          <dgm:dir/>
          <dgm:animLvl val="lvl"/>
          <dgm:resizeHandles val="exact"/>
        </dgm:presLayoutVars>
      </dgm:prSet>
      <dgm:spPr/>
    </dgm:pt>
    <dgm:pt modelId="{E3F8CE52-9E8B-4B3C-AB46-38A9FFB165FC}" type="pres">
      <dgm:prSet presAssocID="{7F346F85-870A-421E-B684-C73F138E45E6}" presName="composite" presStyleCnt="0"/>
      <dgm:spPr/>
    </dgm:pt>
    <dgm:pt modelId="{5D4A2F2A-AB2F-4454-B1CC-F0035C551AD2}" type="pres">
      <dgm:prSet presAssocID="{7F346F85-870A-421E-B684-C73F138E45E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3B4DC37-0299-4D13-B2E4-CA6BE199E37F}" type="pres">
      <dgm:prSet presAssocID="{7F346F85-870A-421E-B684-C73F138E45E6}" presName="descendantText" presStyleLbl="alignAcc1" presStyleIdx="0" presStyleCnt="3">
        <dgm:presLayoutVars>
          <dgm:bulletEnabled val="1"/>
        </dgm:presLayoutVars>
      </dgm:prSet>
      <dgm:spPr/>
    </dgm:pt>
    <dgm:pt modelId="{C2661940-BDE1-4862-8F7E-F62C875A6450}" type="pres">
      <dgm:prSet presAssocID="{A3DA7AC2-A6E4-4A83-A21B-89A915D1434D}" presName="sp" presStyleCnt="0"/>
      <dgm:spPr/>
    </dgm:pt>
    <dgm:pt modelId="{33D7FDAE-A261-48E5-BAB1-518B9E36D4D8}" type="pres">
      <dgm:prSet presAssocID="{C483B1A6-C397-4F1F-8F81-8C3FDA72E897}" presName="composite" presStyleCnt="0"/>
      <dgm:spPr/>
    </dgm:pt>
    <dgm:pt modelId="{F90169D6-ABCD-4C6E-98D1-BF3B46DA64FC}" type="pres">
      <dgm:prSet presAssocID="{C483B1A6-C397-4F1F-8F81-8C3FDA72E89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C803D64B-E9C1-4EFE-B714-F654EA3BC7C2}" type="pres">
      <dgm:prSet presAssocID="{C483B1A6-C397-4F1F-8F81-8C3FDA72E897}" presName="descendantText" presStyleLbl="alignAcc1" presStyleIdx="1" presStyleCnt="3">
        <dgm:presLayoutVars>
          <dgm:bulletEnabled val="1"/>
        </dgm:presLayoutVars>
      </dgm:prSet>
      <dgm:spPr/>
    </dgm:pt>
    <dgm:pt modelId="{5FBE1E58-BF53-4BED-AE36-AE066E0DEC2C}" type="pres">
      <dgm:prSet presAssocID="{B25459CD-52BD-483E-A955-C9E6DCBC0B1B}" presName="sp" presStyleCnt="0"/>
      <dgm:spPr/>
    </dgm:pt>
    <dgm:pt modelId="{A6AC010D-334C-4D2E-AA1E-785DFBE31728}" type="pres">
      <dgm:prSet presAssocID="{D8FF2539-866D-4025-AE71-027407423241}" presName="composite" presStyleCnt="0"/>
      <dgm:spPr/>
    </dgm:pt>
    <dgm:pt modelId="{B59911C6-6773-4013-803B-9B06D80ACFDC}" type="pres">
      <dgm:prSet presAssocID="{D8FF2539-866D-4025-AE71-02740742324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DD32472-83BA-4F16-8571-53749AFE87C7}" type="pres">
      <dgm:prSet presAssocID="{D8FF2539-866D-4025-AE71-02740742324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5D59004-6E5C-4AF5-8B17-C849BA0FE023}" srcId="{E40A57F4-FBD3-4CC7-84C2-7151895D3494}" destId="{D8FF2539-866D-4025-AE71-027407423241}" srcOrd="2" destOrd="0" parTransId="{8A42C13D-F1F9-4810-9D6C-67FB9D430C23}" sibTransId="{5E2BD202-4C61-4059-84FC-06EA7146D4DD}"/>
    <dgm:cxn modelId="{F0E2CE0C-F78E-4447-81A1-D9B9C649D590}" type="presOf" srcId="{B438CFFC-772C-499F-B1DD-8556DBCADABB}" destId="{93B4DC37-0299-4D13-B2E4-CA6BE199E37F}" srcOrd="0" destOrd="0" presId="urn:microsoft.com/office/officeart/2005/8/layout/chevron2"/>
    <dgm:cxn modelId="{DE134F20-0AFE-45DC-A04D-F2B6571549A9}" srcId="{E40A57F4-FBD3-4CC7-84C2-7151895D3494}" destId="{7F346F85-870A-421E-B684-C73F138E45E6}" srcOrd="0" destOrd="0" parTransId="{860EB8B0-FF13-4E88-933D-9C2102C26AE2}" sibTransId="{A3DA7AC2-A6E4-4A83-A21B-89A915D1434D}"/>
    <dgm:cxn modelId="{8B85A933-B8E4-40F5-99BC-B2979E1252FA}" type="presOf" srcId="{C483B1A6-C397-4F1F-8F81-8C3FDA72E897}" destId="{F90169D6-ABCD-4C6E-98D1-BF3B46DA64FC}" srcOrd="0" destOrd="0" presId="urn:microsoft.com/office/officeart/2005/8/layout/chevron2"/>
    <dgm:cxn modelId="{32261065-AA8A-4E00-9EA1-816E4F901949}" srcId="{7F346F85-870A-421E-B684-C73F138E45E6}" destId="{B438CFFC-772C-499F-B1DD-8556DBCADABB}" srcOrd="0" destOrd="0" parTransId="{62D26A4D-8006-469B-B048-5D60D9251C77}" sibTransId="{BCDBCE7D-3F17-4B9B-B64D-BCBF531022F8}"/>
    <dgm:cxn modelId="{FF215F6D-CC03-4EFF-B330-7B3B8C1EB97F}" srcId="{D8FF2539-866D-4025-AE71-027407423241}" destId="{91BEC0E2-201A-4F95-ADCC-7AA713D10E84}" srcOrd="0" destOrd="0" parTransId="{6B836FF1-2437-4CAF-990C-68DD3A61636F}" sibTransId="{E06338B4-22B3-4270-BB9C-9D8A543C993A}"/>
    <dgm:cxn modelId="{E8CEB57E-CF76-4535-8D4A-D466B4756F9C}" type="presOf" srcId="{E40A57F4-FBD3-4CC7-84C2-7151895D3494}" destId="{B825EC27-569C-48E5-B976-5C266D2ECABF}" srcOrd="0" destOrd="0" presId="urn:microsoft.com/office/officeart/2005/8/layout/chevron2"/>
    <dgm:cxn modelId="{18B51990-B943-4055-8122-AD25B08FB331}" type="presOf" srcId="{D8FF2539-866D-4025-AE71-027407423241}" destId="{B59911C6-6773-4013-803B-9B06D80ACFDC}" srcOrd="0" destOrd="0" presId="urn:microsoft.com/office/officeart/2005/8/layout/chevron2"/>
    <dgm:cxn modelId="{82851BA1-3357-4021-8D5D-1AD22D442408}" srcId="{E40A57F4-FBD3-4CC7-84C2-7151895D3494}" destId="{C483B1A6-C397-4F1F-8F81-8C3FDA72E897}" srcOrd="1" destOrd="0" parTransId="{C984C3E4-4870-4542-B2FA-BA5FC9043DE8}" sibTransId="{B25459CD-52BD-483E-A955-C9E6DCBC0B1B}"/>
    <dgm:cxn modelId="{097F6DA3-30F2-4950-BA1A-98D87BABD5BF}" type="presOf" srcId="{7F346F85-870A-421E-B684-C73F138E45E6}" destId="{5D4A2F2A-AB2F-4454-B1CC-F0035C551AD2}" srcOrd="0" destOrd="0" presId="urn:microsoft.com/office/officeart/2005/8/layout/chevron2"/>
    <dgm:cxn modelId="{5250FBAD-60C8-4371-BB78-77F2436C1F03}" srcId="{C483B1A6-C397-4F1F-8F81-8C3FDA72E897}" destId="{26819587-E7B3-4585-8AE4-81C48F66162E}" srcOrd="0" destOrd="0" parTransId="{770461F0-DA99-4BEE-A847-D98ADC47673D}" sibTransId="{3ABD489E-3E49-4655-AA59-0394D5477622}"/>
    <dgm:cxn modelId="{08ECCFBD-B9DE-47EF-8DEA-D4E477566764}" type="presOf" srcId="{91BEC0E2-201A-4F95-ADCC-7AA713D10E84}" destId="{DDD32472-83BA-4F16-8571-53749AFE87C7}" srcOrd="0" destOrd="0" presId="urn:microsoft.com/office/officeart/2005/8/layout/chevron2"/>
    <dgm:cxn modelId="{BB0F49C7-0B15-4DD4-AA63-0B3B2F8D822D}" type="presOf" srcId="{26819587-E7B3-4585-8AE4-81C48F66162E}" destId="{C803D64B-E9C1-4EFE-B714-F654EA3BC7C2}" srcOrd="0" destOrd="0" presId="urn:microsoft.com/office/officeart/2005/8/layout/chevron2"/>
    <dgm:cxn modelId="{0BA4D37E-B84D-4B10-B1C0-FAB46B084D68}" type="presParOf" srcId="{B825EC27-569C-48E5-B976-5C266D2ECABF}" destId="{E3F8CE52-9E8B-4B3C-AB46-38A9FFB165FC}" srcOrd="0" destOrd="0" presId="urn:microsoft.com/office/officeart/2005/8/layout/chevron2"/>
    <dgm:cxn modelId="{713CCA61-72E1-4713-83B7-5D98806C4F22}" type="presParOf" srcId="{E3F8CE52-9E8B-4B3C-AB46-38A9FFB165FC}" destId="{5D4A2F2A-AB2F-4454-B1CC-F0035C551AD2}" srcOrd="0" destOrd="0" presId="urn:microsoft.com/office/officeart/2005/8/layout/chevron2"/>
    <dgm:cxn modelId="{6B2947E3-628E-42BE-AC36-5CE45B35726F}" type="presParOf" srcId="{E3F8CE52-9E8B-4B3C-AB46-38A9FFB165FC}" destId="{93B4DC37-0299-4D13-B2E4-CA6BE199E37F}" srcOrd="1" destOrd="0" presId="urn:microsoft.com/office/officeart/2005/8/layout/chevron2"/>
    <dgm:cxn modelId="{E174740D-A2CD-4F51-A253-3964F257A209}" type="presParOf" srcId="{B825EC27-569C-48E5-B976-5C266D2ECABF}" destId="{C2661940-BDE1-4862-8F7E-F62C875A6450}" srcOrd="1" destOrd="0" presId="urn:microsoft.com/office/officeart/2005/8/layout/chevron2"/>
    <dgm:cxn modelId="{33B7F7E6-A36F-43CD-845B-0A41C0D59E9C}" type="presParOf" srcId="{B825EC27-569C-48E5-B976-5C266D2ECABF}" destId="{33D7FDAE-A261-48E5-BAB1-518B9E36D4D8}" srcOrd="2" destOrd="0" presId="urn:microsoft.com/office/officeart/2005/8/layout/chevron2"/>
    <dgm:cxn modelId="{F77755EF-C8DC-485A-BC69-C2363334C33E}" type="presParOf" srcId="{33D7FDAE-A261-48E5-BAB1-518B9E36D4D8}" destId="{F90169D6-ABCD-4C6E-98D1-BF3B46DA64FC}" srcOrd="0" destOrd="0" presId="urn:microsoft.com/office/officeart/2005/8/layout/chevron2"/>
    <dgm:cxn modelId="{DBA17D1A-2B34-4D74-8A50-090291DA17DE}" type="presParOf" srcId="{33D7FDAE-A261-48E5-BAB1-518B9E36D4D8}" destId="{C803D64B-E9C1-4EFE-B714-F654EA3BC7C2}" srcOrd="1" destOrd="0" presId="urn:microsoft.com/office/officeart/2005/8/layout/chevron2"/>
    <dgm:cxn modelId="{94387280-6497-4D83-A9A0-FD293B082AF0}" type="presParOf" srcId="{B825EC27-569C-48E5-B976-5C266D2ECABF}" destId="{5FBE1E58-BF53-4BED-AE36-AE066E0DEC2C}" srcOrd="3" destOrd="0" presId="urn:microsoft.com/office/officeart/2005/8/layout/chevron2"/>
    <dgm:cxn modelId="{12A0D2DC-7F8F-4660-B98D-12CA30D3DC66}" type="presParOf" srcId="{B825EC27-569C-48E5-B976-5C266D2ECABF}" destId="{A6AC010D-334C-4D2E-AA1E-785DFBE31728}" srcOrd="4" destOrd="0" presId="urn:microsoft.com/office/officeart/2005/8/layout/chevron2"/>
    <dgm:cxn modelId="{8C82EF62-AB0F-40BC-8E5D-99E8F4D52100}" type="presParOf" srcId="{A6AC010D-334C-4D2E-AA1E-785DFBE31728}" destId="{B59911C6-6773-4013-803B-9B06D80ACFDC}" srcOrd="0" destOrd="0" presId="urn:microsoft.com/office/officeart/2005/8/layout/chevron2"/>
    <dgm:cxn modelId="{61A8F2D1-CF37-42FB-8DDE-71BF93990107}" type="presParOf" srcId="{A6AC010D-334C-4D2E-AA1E-785DFBE31728}" destId="{DDD32472-83BA-4F16-8571-53749AFE87C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A2F2A-AB2F-4454-B1CC-F0035C551AD2}">
      <dsp:nvSpPr>
        <dsp:cNvPr id="0" name=""/>
        <dsp:cNvSpPr/>
      </dsp:nvSpPr>
      <dsp:spPr>
        <a:xfrm rot="5400000">
          <a:off x="-217807" y="218436"/>
          <a:ext cx="1452049" cy="10164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300" kern="1200" dirty="0"/>
            <a:t>PHÒNG NGỪA</a:t>
          </a:r>
        </a:p>
      </dsp:txBody>
      <dsp:txXfrm rot="-5400000">
        <a:off x="1" y="508845"/>
        <a:ext cx="1016434" cy="435615"/>
      </dsp:txXfrm>
    </dsp:sp>
    <dsp:sp modelId="{93B4DC37-0299-4D13-B2E4-CA6BE199E37F}">
      <dsp:nvSpPr>
        <dsp:cNvPr id="0" name=""/>
        <dsp:cNvSpPr/>
      </dsp:nvSpPr>
      <dsp:spPr>
        <a:xfrm rot="5400000">
          <a:off x="5164113" y="-4147049"/>
          <a:ext cx="943831" cy="92391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000" kern="1200" dirty="0"/>
            <a:t>Cập nhật phần mềm * MFA * Đào tạo người dùng</a:t>
          </a:r>
        </a:p>
      </dsp:txBody>
      <dsp:txXfrm rot="-5400000">
        <a:off x="1016434" y="46704"/>
        <a:ext cx="9193115" cy="851683"/>
      </dsp:txXfrm>
    </dsp:sp>
    <dsp:sp modelId="{F90169D6-ABCD-4C6E-98D1-BF3B46DA64FC}">
      <dsp:nvSpPr>
        <dsp:cNvPr id="0" name=""/>
        <dsp:cNvSpPr/>
      </dsp:nvSpPr>
      <dsp:spPr>
        <a:xfrm rot="5400000">
          <a:off x="-217807" y="1474313"/>
          <a:ext cx="1452049" cy="10164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300" kern="1200" dirty="0"/>
            <a:t>PHÁT HIỆN</a:t>
          </a:r>
        </a:p>
      </dsp:txBody>
      <dsp:txXfrm rot="-5400000">
        <a:off x="1" y="1764722"/>
        <a:ext cx="1016434" cy="435615"/>
      </dsp:txXfrm>
    </dsp:sp>
    <dsp:sp modelId="{C803D64B-E9C1-4EFE-B714-F654EA3BC7C2}">
      <dsp:nvSpPr>
        <dsp:cNvPr id="0" name=""/>
        <dsp:cNvSpPr/>
      </dsp:nvSpPr>
      <dsp:spPr>
        <a:xfrm rot="5400000">
          <a:off x="5164113" y="-2891172"/>
          <a:ext cx="943831" cy="92391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000" kern="1200" dirty="0"/>
            <a:t>Giám sát nhật ký * Cảnh báo* Phát hiện mã độc</a:t>
          </a:r>
        </a:p>
      </dsp:txBody>
      <dsp:txXfrm rot="-5400000">
        <a:off x="1016434" y="1302581"/>
        <a:ext cx="9193115" cy="851683"/>
      </dsp:txXfrm>
    </dsp:sp>
    <dsp:sp modelId="{B59911C6-6773-4013-803B-9B06D80ACFDC}">
      <dsp:nvSpPr>
        <dsp:cNvPr id="0" name=""/>
        <dsp:cNvSpPr/>
      </dsp:nvSpPr>
      <dsp:spPr>
        <a:xfrm rot="5400000">
          <a:off x="-217807" y="2730191"/>
          <a:ext cx="1452049" cy="10164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300" kern="1200" dirty="0"/>
            <a:t>ỨNG PHÓ &amp; PHỤC HỒI</a:t>
          </a:r>
        </a:p>
      </dsp:txBody>
      <dsp:txXfrm rot="-5400000">
        <a:off x="1" y="3020600"/>
        <a:ext cx="1016434" cy="435615"/>
      </dsp:txXfrm>
    </dsp:sp>
    <dsp:sp modelId="{DDD32472-83BA-4F16-8571-53749AFE87C7}">
      <dsp:nvSpPr>
        <dsp:cNvPr id="0" name=""/>
        <dsp:cNvSpPr/>
      </dsp:nvSpPr>
      <dsp:spPr>
        <a:xfrm rot="5400000">
          <a:off x="5164113" y="-1635295"/>
          <a:ext cx="943831" cy="92391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000" kern="1200" dirty="0"/>
            <a:t>Cô lập thiết bị * Loại bỏ mã độc * Khôi phục dữ liệu</a:t>
          </a:r>
        </a:p>
      </dsp:txBody>
      <dsp:txXfrm rot="-5400000">
        <a:off x="1016434" y="2558458"/>
        <a:ext cx="9193115" cy="85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89EF2A-A757-B4F4-030F-0106A1124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93535C4-CB79-2AE9-F0AA-786CAFCA7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B2FB249-003A-BDF2-3A88-A2EC7D4D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52C66A2-DD26-C0F0-A6B6-AE8A9520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6E9A6EE-A4C6-0530-4C92-ED9B7D57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6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59A449E-D981-E24F-4436-9D6DA9FC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6E9A2D8-46BE-7DB5-D4E8-D98860403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E2BB76A-C9AD-21D5-CFE4-4E6B8205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AC6E281-9EDE-96B3-B053-A33422D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0D8F256-B5B1-7853-3932-7EAF2655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97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1D541FD-93BA-FC93-1F38-A8E4F660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886AA4-503F-EE72-1924-104E638C2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7C7C904-B179-52B9-1748-043E4BC5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C1CFF16-F5D2-9F12-EF95-2A45F719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D3A6EC-02E9-31EA-9C79-6F241C11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841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F32017E-1465-B6AD-63C0-AF9ED128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44E753D-AB46-21D5-9D0A-B9EABA61D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A83A6AAF-98EE-8AE2-B9E1-698AEF66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FEBBDE4-AE55-9E15-4C3E-B8601305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7D3A421-4AFB-9DFE-D7A8-2C96887FA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B2080A1-EF74-2F28-4E77-408F0D08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658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D6F827-419A-4D73-4F7C-CB1EE84F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8BA2190-4375-2174-A1BA-54447E79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A2D3B60-03C8-4582-D8E0-D30EDDB86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23460B7-F29F-D8A0-8E6B-79C7C5825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C199D968-F60B-5BDD-13D6-CD4AE0388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DD14F30F-D639-614A-8193-952A47EF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2C7FB95C-4B85-21AF-F873-DD7E388B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3A65724F-3B37-4B14-2540-03FEB786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764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1EBB05D-E25B-A253-48F7-2984746E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C9B2F325-A9D2-1C84-D9D4-3A3799C9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BE11726-6BC0-CFBC-A4F3-750D65F4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7115033-7349-D043-0CE7-BCB6DC48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040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30409D5E-5504-6084-D49D-20FE69C3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4B4C35CF-F8B2-3002-A41E-5227E7AA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E9230BA-C01E-53ED-D78B-AF7A2092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171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3CADB9-F687-ED42-6FB5-3720E520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9996070-DDF5-F3C9-7122-B5155F69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3B0A1514-AE3E-23EE-E6F4-3F402D8BE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7949248-2249-F06E-AC82-ECA4D7E9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C3F0103-1DB6-7F15-58DE-BA41B773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962336A-3862-BCC1-3765-0604B2D4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86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F7EE93A-F475-87F5-2F2D-30C4CD43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188A9910-C890-7D55-72FC-2DC95C3D6FF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65E059C-69D6-9AF0-699D-C172A8A47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6546A42-B151-CABF-8B7C-6F6250C7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D6E1959-2397-5E8B-F490-95F860D9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E72EEF9-F168-152B-A88C-745A4692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93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E475ADD-9EF9-38F4-68D0-86695BAD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B796E6C-AC93-A2B5-66D5-75AEE7028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FB86CC8-A9C0-D47C-4A87-187DEDFF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D70DC74-AB5A-5555-1CA0-6810BCCAB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256E32D-7D28-4E2C-A609-1C8B829D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822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F40BEFB1-55CE-4D8E-F0D9-18D5B7882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7BEB5ABF-57E5-89F6-3232-985DC0469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EDB0E88-4D44-B950-FE9A-E6967D5D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F1ECC3F-24D3-1E38-7ADF-BC7269E5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7CF0416-6F7C-BA41-C23E-14809D31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072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8893787-9FEA-5496-8104-BB517AF0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1067628-1304-B64D-2C3F-30480465C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3A8F15-41C6-6909-785D-3A8371165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93E5C-E1FF-4244-A637-EF5AECE15A7D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D911F78-ACD0-1F1D-481D-A729BC863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0BE1001-AB9E-9082-1555-47459D77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168BA-5436-44BC-B6AD-17B3D1AD465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039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DCD380-FD92-BA7F-F66B-E8CA97FFD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13"/>
            <a:ext cx="9144000" cy="1217425"/>
          </a:xfrm>
        </p:spPr>
        <p:txBody>
          <a:bodyPr>
            <a:normAutofit/>
          </a:bodyPr>
          <a:lstStyle/>
          <a:p>
            <a:r>
              <a:rPr lang="vi-VN" sz="2800" b="1" dirty="0"/>
              <a:t>NETGUARD: PHÒNG THỦ BA TẦNG GIÚP GIẢM RỦI RO AN NINH MẠNG </a:t>
            </a:r>
          </a:p>
        </p:txBody>
      </p:sp>
      <p:graphicFrame>
        <p:nvGraphicFramePr>
          <p:cNvPr id="4" name="Sơ đồ 3">
            <a:extLst>
              <a:ext uri="{FF2B5EF4-FFF2-40B4-BE49-F238E27FC236}">
                <a16:creationId xmlns:a16="http://schemas.microsoft.com/office/drawing/2014/main" id="{EE21006C-7EDD-4067-1394-C056BFBCF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069653"/>
              </p:ext>
            </p:extLst>
          </p:nvPr>
        </p:nvGraphicFramePr>
        <p:xfrm>
          <a:off x="851647" y="1655810"/>
          <a:ext cx="10255624" cy="3965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320361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Màn hình rộng</PresentationFormat>
  <Paragraphs>7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Chủ đề Office</vt:lpstr>
      <vt:lpstr>NETGUARD: PHÒNG THỦ BA TẦNG GIÚP GIẢM RỦI RO AN NINH MẠNG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Huệ Hồng</dc:creator>
  <cp:lastModifiedBy>Huệ Hồng</cp:lastModifiedBy>
  <cp:revision>1</cp:revision>
  <dcterms:created xsi:type="dcterms:W3CDTF">2026-10-26T16:38:47Z</dcterms:created>
  <dcterms:modified xsi:type="dcterms:W3CDTF">2026-10-26T16:38:57Z</dcterms:modified>
</cp:coreProperties>
</file>